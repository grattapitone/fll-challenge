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83A30-8209-4D35-A6B1-5B8803710E10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E291A-FC62-4B84-BAD5-96E6E23A7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417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80B9C0-AC30-AD0D-7772-B38C583CA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0AAD70-AE3C-C087-A31F-B2012B3AE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2EE5A0-5937-83A3-7131-63F4A776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64E6A1-56DD-C851-0A01-008A1C51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E072B2-376F-B9E4-0673-4E9E0136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6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78D7D-3236-2FB2-C6B8-D5FDCEC6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C1A825-0F83-D4DA-3960-297124D7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FBA563-2D01-1AFA-3095-D5E17169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71D831-9B4B-3BD8-6515-7AC15CD0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DD3046-3DB0-FF86-8AB9-AE423F72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71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F158CA-2938-9CBF-DE14-99E1749F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204188-A3AD-4382-2864-19AF6BE4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60E5B9-7EDC-27D9-B968-5DB9C579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18EAE1-3B4A-065B-6593-EBEC2E36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E3730F-963E-50F6-F4AB-26ED470F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73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7B303-65D5-F8F4-7DFF-2520F3FC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9BD4B2-D0D6-7212-C7AC-ABB22D9C2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407594-5DB2-27BE-1684-AF6F1A809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2BECAD-32EA-504A-62A1-0A1D4460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687FC8-13E5-8606-18EB-5AA38A9C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F7BA11-6CD8-985D-5333-F020F56F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023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B588C4-D21C-1B31-4E52-18E6580C9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51E6A-C223-1AEB-14FD-54308081D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2E0E01-D525-DDA1-A1A3-891DFF01A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C303A2-CB28-DE14-1F79-80CD6E423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751270-6EAD-C74C-1B92-322875A43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25A0C3E-6E31-650E-9BD3-DDF01DCE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A585A08-D27B-5470-3E0E-080DDB6D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2241692-6E9D-345D-58CA-8F2642C4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433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B0391-A7C6-7133-0965-F6013D01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012BD1-7FE4-B0AD-47C4-53535D8D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C8C2CE-EC40-4BE1-890C-303E59C8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C3B68B-2E28-4941-A43E-11193013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6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0B81AE-A162-5B0C-5D8B-97D62B74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871E20-DA73-BA23-364D-43C7D46E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E23A3C-47B8-B4FE-3B64-F2E25777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23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7B5D2B-2369-72A0-81A0-161D8F92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EC2293-4B95-A125-770A-0011EE4C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3FAB4B-F33D-558E-743A-CC4BE558B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BF04FE-DA2D-AB30-2253-AD415C1A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4BBA33-6D55-9908-D2CE-30FE0103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299784-4CB5-BADF-ADDB-EA774AF0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67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3EB72-1EA7-49BC-CA19-B63BDD8F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5A5B1B7-F7A7-3FD5-7D39-C319F7014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AD0D8A-44D2-99FB-663A-4E0D5F152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637171-0F31-5BA5-74E3-ACB8F7D3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D0ACDA-7A0C-7FA4-2143-A8A25A54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8A5A16-0AA0-919A-F087-5F87748C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73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4DB78-41F8-AB12-ADDF-1BF54F06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BE450A-AA0C-7536-F7F2-9E39ED58B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D38D58-8D28-178C-91B0-C472C869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E41D86-F730-B3EB-1E61-D7749B54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75FD4B-D800-AAC0-B09F-65C759C7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4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638AE5B-5F3E-AD28-D08E-84EB4161C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F79461-5ECF-E5D1-09B8-A441E44A0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4C7F22-7C59-7F5B-C77E-4571A8E1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3B606-89BC-BD90-CD07-93DB5523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FFED4B-45C8-1403-728C-90667B20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36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4ABDAD1-7C01-D545-197D-451B8873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405EB2-8A37-E33E-F7D1-1FB1FE7FB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BFE947-1C1E-F707-B5AF-E2ABEBEEB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40A09-302C-4EEC-BDC0-52667C5DDB28}" type="datetimeFigureOut">
              <a:rPr lang="de-DE" smtClean="0"/>
              <a:t>02.02.2025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1BA994-E205-0E68-B0A8-C6F37B0A5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8B8243-75B7-AD02-8741-1E206419C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1376C-6C3D-4DED-A6A0-5F4645B0E1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94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F28C53-7202-15C3-7683-CCD62BEC2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Forschungsauftrag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C58B39-58D3-291D-434C-632D4C78D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Probleme bei der Erforschung des Meeres</a:t>
            </a:r>
          </a:p>
        </p:txBody>
      </p:sp>
    </p:spTree>
    <p:extLst>
      <p:ext uri="{BB962C8B-B14F-4D97-AF65-F5344CB8AC3E}">
        <p14:creationId xmlns:p14="http://schemas.microsoft.com/office/powerpoint/2010/main" val="76711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C847F2-5E44-FEF2-9DE7-1B7202AA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7F216F-5D97-6D4F-48CC-3ADF042A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  <a:p>
            <a:r>
              <a:rPr lang="de-DE" dirty="0"/>
              <a:t>Informationen durch Forscher</a:t>
            </a:r>
          </a:p>
          <a:p>
            <a:pPr lvl="1"/>
            <a:r>
              <a:rPr lang="de-DE" dirty="0"/>
              <a:t>Forscher</a:t>
            </a:r>
          </a:p>
          <a:p>
            <a:pPr lvl="1"/>
            <a:r>
              <a:rPr lang="de-DE" dirty="0"/>
              <a:t>Probleme</a:t>
            </a:r>
          </a:p>
          <a:p>
            <a:r>
              <a:rPr lang="de-DE" dirty="0"/>
              <a:t>Erste Problemlösungsideen</a:t>
            </a:r>
          </a:p>
          <a:p>
            <a:r>
              <a:rPr lang="de-DE" dirty="0"/>
              <a:t>Entwicklung des PCMs</a:t>
            </a:r>
          </a:p>
          <a:p>
            <a:r>
              <a:rPr lang="de-DE" dirty="0">
                <a:solidFill>
                  <a:srgbClr val="FF0000"/>
                </a:solidFill>
              </a:rPr>
              <a:t>Testen</a:t>
            </a:r>
          </a:p>
          <a:p>
            <a:r>
              <a:rPr lang="de-DE" dirty="0"/>
              <a:t>Verbreitung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225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B0E48-290A-60AD-5D92-868F697E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5743575" algn="l"/>
              </a:tabLst>
            </a:pPr>
            <a:r>
              <a:rPr lang="de-DE" dirty="0"/>
              <a:t>Einführung - 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009210-4229-5563-ABA5-A2EA019AC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Interpretation des Forschungsauftrags:</a:t>
            </a:r>
          </a:p>
          <a:p>
            <a:r>
              <a:rPr lang="de-DE" dirty="0"/>
              <a:t>Auf irgendeine Art auf eine Hürde/Problem kommen, die bei der Erforschung der Meere Auftritt, dann alleine Lösung finden</a:t>
            </a:r>
          </a:p>
          <a:p>
            <a:r>
              <a:rPr lang="de-DE" dirty="0"/>
              <a:t>Vorgehen: Kontaktieren von Experten &amp; </a:t>
            </a:r>
            <a:r>
              <a:rPr lang="de-DE" dirty="0" err="1"/>
              <a:t>Videocalls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943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0CA661-97ED-3FBF-3573-1A4DE39D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Informationen durch Forscher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22B4A-38AC-11C8-F1AD-C11B7328B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600" dirty="0"/>
              <a:t>Forscher:</a:t>
            </a:r>
          </a:p>
          <a:p>
            <a:pPr lvl="1"/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Dr. </a:t>
            </a:r>
            <a:r>
              <a:rPr lang="de-DE" sz="3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Deepsea</a:t>
            </a:r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(Joseph </a:t>
            </a:r>
            <a:r>
              <a:rPr lang="de-DE" sz="3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Dituri</a:t>
            </a:r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), Florida</a:t>
            </a:r>
          </a:p>
          <a:p>
            <a:pPr lvl="1"/>
            <a:r>
              <a:rPr lang="de-DE" sz="3200" dirty="0">
                <a:solidFill>
                  <a:schemeClr val="accent3">
                    <a:lumMod val="75000"/>
                  </a:schemeClr>
                </a:solidFill>
              </a:rPr>
              <a:t>Dr. Florian Huber, München</a:t>
            </a:r>
          </a:p>
          <a:p>
            <a:pPr lvl="1"/>
            <a:r>
              <a:rPr lang="de-DE" sz="3200" dirty="0"/>
              <a:t>Antje Boetius, kein Rückkontakt</a:t>
            </a:r>
          </a:p>
          <a:p>
            <a:pPr lvl="1"/>
            <a:endParaRPr lang="de-DE" sz="3200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855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1E3AA-DBE0-F040-5D9F-B6873571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03374-D8D0-BB7D-DA3A-642A8227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Informationen durch Forscher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E0578A-513B-C413-D12E-4FFDE5130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600" dirty="0"/>
              <a:t>Probleme:</a:t>
            </a:r>
          </a:p>
          <a:p>
            <a:r>
              <a:rPr lang="de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Navigation</a:t>
            </a:r>
          </a:p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Taucherkrankheit</a:t>
            </a:r>
          </a:p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Kommunikation</a:t>
            </a:r>
          </a:p>
          <a:p>
            <a:r>
              <a:rPr lang="de-DE" dirty="0">
                <a:solidFill>
                  <a:schemeClr val="accent2">
                    <a:lumMod val="75000"/>
                  </a:schemeClr>
                </a:solidFill>
              </a:rPr>
              <a:t>Sicht</a:t>
            </a:r>
          </a:p>
          <a:p>
            <a:r>
              <a:rPr lang="de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Greifen/feinmotorisches Arbeiten</a:t>
            </a:r>
            <a:endParaRPr lang="de-DE" dirty="0"/>
          </a:p>
          <a:p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Kälte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C508EA9-0AF5-2B19-F0CF-A07360D41E7A}"/>
              </a:ext>
            </a:extLst>
          </p:cNvPr>
          <p:cNvSpPr txBox="1"/>
          <p:nvPr/>
        </p:nvSpPr>
        <p:spPr>
          <a:xfrm>
            <a:off x="734097" y="5807631"/>
            <a:ext cx="875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Legende: Ursprünge der Probleme: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Dr. Florian Huber, </a:t>
            </a:r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Dr. </a:t>
            </a:r>
            <a:r>
              <a:rPr lang="de-DE" dirty="0" err="1">
                <a:solidFill>
                  <a:schemeClr val="accent1">
                    <a:lumMod val="75000"/>
                  </a:schemeClr>
                </a:solidFill>
              </a:rPr>
              <a:t>Dituri</a:t>
            </a:r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de-DE" dirty="0">
                <a:solidFill>
                  <a:schemeClr val="accent2">
                    <a:lumMod val="75000"/>
                  </a:schemeClr>
                </a:solidFill>
              </a:rPr>
              <a:t>Beide</a:t>
            </a:r>
          </a:p>
        </p:txBody>
      </p:sp>
    </p:spTree>
    <p:extLst>
      <p:ext uri="{BB962C8B-B14F-4D97-AF65-F5344CB8AC3E}">
        <p14:creationId xmlns:p14="http://schemas.microsoft.com/office/powerpoint/2010/main" val="286202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5B47-1290-6FAC-81D2-081C74C0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9204D-D1F2-34F7-048D-87B9A32B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Problemlösungsideen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23874B-F40B-0893-F908-07814D67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25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22A50-4388-20F1-552C-C97FACA9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CF89C-E60E-35A7-4214-E246DE2E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Entwicklung des PCMs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F42623-1CB3-957D-C282-B1841101C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996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8CD3-7B66-70CD-5EF0-BC8394D3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CC485-87BC-EE9B-9F25-A50F7149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0E95A6-1296-82E5-B4A5-1DA58574A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5312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AEB9-7AD5-BC80-306F-95022882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B447B-9A4A-6020-7017-6B6D34B9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Verbreitung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996C01-8FC1-2556-DF78-E6D33E922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076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Breitbild</PresentationFormat>
  <Paragraphs>37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Forschungsauftrag</vt:lpstr>
      <vt:lpstr>Inhaltsverzeichnis</vt:lpstr>
      <vt:lpstr>Einführung - Plan</vt:lpstr>
      <vt:lpstr>Informationen durch Forscher</vt:lpstr>
      <vt:lpstr>Informationen durch Forscher</vt:lpstr>
      <vt:lpstr>Erste Problemlösungsideen</vt:lpstr>
      <vt:lpstr>Entwicklung des PCMs</vt:lpstr>
      <vt:lpstr>Testen</vt:lpstr>
      <vt:lpstr>Verbreitung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Ralf Schnupp</dc:creator>
  <cp:lastModifiedBy>Ralf Schnupp</cp:lastModifiedBy>
  <cp:revision>1</cp:revision>
  <dcterms:created xsi:type="dcterms:W3CDTF">2025-02-02T14:30:43Z</dcterms:created>
  <dcterms:modified xsi:type="dcterms:W3CDTF">2025-02-02T16:15:18Z</dcterms:modified>
</cp:coreProperties>
</file>