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5" r:id="rId5"/>
    <p:sldId id="259" r:id="rId6"/>
    <p:sldId id="260" r:id="rId7"/>
    <p:sldId id="261" r:id="rId8"/>
    <p:sldId id="262" r:id="rId9"/>
    <p:sldId id="263" r:id="rId10"/>
    <p:sldId id="264" r:id="rId11"/>
    <p:sldId id="266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985311-F645-417E-AF76-9D0EFDFA15C8}" v="1264" dt="2025-02-04T17:24:09.2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4" autoAdjust="0"/>
    <p:restoredTop sz="94660"/>
  </p:normalViewPr>
  <p:slideViewPr>
    <p:cSldViewPr snapToGrid="0">
      <p:cViewPr varScale="1">
        <p:scale>
          <a:sx n="74" d="100"/>
          <a:sy n="74" d="100"/>
        </p:scale>
        <p:origin x="109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083A30-8209-4D35-A6B1-5B8803710E10}" type="datetimeFigureOut">
              <a:rPr lang="de-DE" smtClean="0"/>
              <a:t>04.02.2025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2E291A-FC62-4B84-BAD5-96E6E23A756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7417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80B9C0-AC30-AD0D-7772-B38C583CA0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10AAD70-AE3C-C087-A31F-B2012B3AE7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2EE5A0-5937-83A3-7131-63F4A776C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40A09-302C-4EEC-BDC0-52667C5DDB28}" type="datetimeFigureOut">
              <a:rPr lang="de-DE" smtClean="0"/>
              <a:t>04.02.2025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B64E6A1-56DD-C851-0A01-008A1C51F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0E072B2-376F-B9E4-0673-4E9E01367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1376C-6C3D-4DED-A6A0-5F4645B0E1A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6607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878D7D-3236-2FB2-C6B8-D5FDCEC65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7C1A825-0F83-D4DA-3960-297124D7B3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0FBA563-2D01-1AFA-3095-D5E17169F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40A09-302C-4EEC-BDC0-52667C5DDB28}" type="datetimeFigureOut">
              <a:rPr lang="de-DE" smtClean="0"/>
              <a:t>04.02.2025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271D831-9B4B-3BD8-6515-7AC15CD09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6DD3046-3DB0-FF86-8AB9-AE423F727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1376C-6C3D-4DED-A6A0-5F4645B0E1A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157104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F158CA-2938-9CBF-DE14-99E1749FEE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204188-A3AD-4382-2864-19AF6BE4C4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60E5B9-7EDC-27D9-B968-5DB9C579D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40A09-302C-4EEC-BDC0-52667C5DDB28}" type="datetimeFigureOut">
              <a:rPr lang="de-DE" smtClean="0"/>
              <a:t>04.02.2025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B18EAE1-3B4A-065B-6593-EBEC2E36C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E3730F-963E-50F6-F4AB-26ED470FD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1376C-6C3D-4DED-A6A0-5F4645B0E1A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8736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E7B303-65D5-F8F4-7DFF-2520F3FCB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9BD4B2-D0D6-7212-C7AC-ABB22D9C21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D407594-5DB2-27BE-1684-AF6F1A8094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C2BECAD-32EA-504A-62A1-0A1D4460A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40A09-302C-4EEC-BDC0-52667C5DDB28}" type="datetimeFigureOut">
              <a:rPr lang="de-DE" smtClean="0"/>
              <a:t>04.02.2025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687FC8-13E5-8606-18EB-5AA38A9CF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5F7BA11-6CD8-985D-5333-F020F56F1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1376C-6C3D-4DED-A6A0-5F4645B0E1A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02379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B588C4-D21C-1B31-4E52-18E6580C93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B551E6A-C223-1AEB-14FD-54308081D8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32E0E01-D525-DDA1-A1A3-891DFF01A4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9C303A2-CB28-DE14-1F79-80CD6E4238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3751270-6EAD-C74C-1B92-322875A434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125A0C3E-6E31-650E-9BD3-DDF01DCE7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40A09-302C-4EEC-BDC0-52667C5DDB28}" type="datetimeFigureOut">
              <a:rPr lang="de-DE" smtClean="0"/>
              <a:t>04.02.2025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A585A08-D27B-5470-3E0E-080DDB6DA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2241692-6E9D-345D-58CA-8F2642C4B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1376C-6C3D-4DED-A6A0-5F4645B0E1A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43313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6B0391-A7C6-7133-0965-F6013D019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0012BD1-7FE4-B0AD-47C4-53535D8D1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40A09-302C-4EEC-BDC0-52667C5DDB28}" type="datetimeFigureOut">
              <a:rPr lang="de-DE" smtClean="0"/>
              <a:t>04.02.2025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C8C2CE-EC40-4BE1-890C-303E59C8B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7C3B68B-2E28-4941-A43E-11193013F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1376C-6C3D-4DED-A6A0-5F4645B0E1A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469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10B81AE-A162-5B0C-5D8B-97D62B74A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40A09-302C-4EEC-BDC0-52667C5DDB28}" type="datetimeFigureOut">
              <a:rPr lang="de-DE" smtClean="0"/>
              <a:t>04.02.2025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A871E20-DA73-BA23-364D-43C7D46E8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9E23A3C-47B8-B4FE-3B64-F2E257779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1376C-6C3D-4DED-A6A0-5F4645B0E1A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5231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7B5D2B-2369-72A0-81A0-161D8F927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8EC2293-4B95-A125-770A-0011EE4CF2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83FAB4B-F33D-558E-743A-CC4BE558BA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1BF04FE-DA2D-AB30-2253-AD415C1A5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40A09-302C-4EEC-BDC0-52667C5DDB28}" type="datetimeFigureOut">
              <a:rPr lang="de-DE" smtClean="0"/>
              <a:t>04.02.2025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E4BBA33-6D55-9908-D2CE-30FE0103F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3299784-4CB5-BADF-ADDB-EA774AF02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1376C-6C3D-4DED-A6A0-5F4645B0E1A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06731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93EB72-1EA7-49BC-CA19-B63BDD8F3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5A5B1B7-F7A7-3FD5-7D39-C319F70141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6AD0D8A-44D2-99FB-663A-4E0D5F1527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E637171-0F31-5BA5-74E3-ACB8F7D3E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40A09-302C-4EEC-BDC0-52667C5DDB28}" type="datetimeFigureOut">
              <a:rPr lang="de-DE" smtClean="0"/>
              <a:t>04.02.2025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3D0ACDA-7A0C-7FA4-2143-A8A25A54B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8A5A16-0AA0-919A-F087-5F87748C3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1376C-6C3D-4DED-A6A0-5F4645B0E1A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1733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24DB78-41F8-AB12-ADDF-1BF54F06A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FBE450A-AA0C-7536-F7F2-9E39ED58BC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5D38D58-8D28-178C-91B0-C472C8696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40A09-302C-4EEC-BDC0-52667C5DDB28}" type="datetimeFigureOut">
              <a:rPr lang="de-DE" smtClean="0"/>
              <a:t>04.02.2025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E41D86-F730-B3EB-1E61-D7749B54A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D75FD4B-D800-AAC0-B09F-65C759C70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1376C-6C3D-4DED-A6A0-5F4645B0E1A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3149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2638AE5B-5F3E-AD28-D08E-84EB4161C2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8F79461-5ECF-E5D1-09B8-A441E44A0C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84C7F22-7C59-7F5B-C77E-4571A8E19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40A09-302C-4EEC-BDC0-52667C5DDB28}" type="datetimeFigureOut">
              <a:rPr lang="de-DE" smtClean="0"/>
              <a:t>04.02.2025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943B606-89BC-BD90-CD07-93DB55233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BFFED4B-45C8-1403-728C-90667B201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1376C-6C3D-4DED-A6A0-5F4645B0E1A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2363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4ABDAD1-7C01-D545-197D-451B88731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C405EB2-8A37-E33E-F7D1-1FB1FE7FBD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BFE947-1C1E-F707-B5AF-E2ABEBEEBA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140A09-302C-4EEC-BDC0-52667C5DDB28}" type="datetimeFigureOut">
              <a:rPr lang="de-DE" smtClean="0"/>
              <a:t>04.02.2025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1BA994-E205-0E68-B0A8-C6F37B0A5F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F8B8243-75B7-AD02-8741-1E206419CC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E1376C-6C3D-4DED-A6A0-5F4645B0E1A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899473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F28C53-7202-15C3-7683-CCD62BEC2C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Forschungsauftrag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7C58B39-58D3-291D-434C-632D4C78D2B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Probleme bei der Erforschung des Meeres und Lösung</a:t>
            </a:r>
          </a:p>
        </p:txBody>
      </p:sp>
    </p:spTree>
    <p:extLst>
      <p:ext uri="{BB962C8B-B14F-4D97-AF65-F5344CB8AC3E}">
        <p14:creationId xmlns:p14="http://schemas.microsoft.com/office/powerpoint/2010/main" val="767118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C847F2-5E44-FEF2-9DE7-1B7202AAF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Inhaltsverzeichnis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7F216F-5D97-6D4F-48CC-3ADF042AFB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Einführung</a:t>
            </a:r>
          </a:p>
          <a:p>
            <a:r>
              <a:rPr lang="de-DE" dirty="0"/>
              <a:t>Unsere Lösung</a:t>
            </a:r>
          </a:p>
          <a:p>
            <a:r>
              <a:rPr lang="de-DE" dirty="0"/>
              <a:t>Informationen durch Forscher</a:t>
            </a:r>
          </a:p>
          <a:p>
            <a:pPr lvl="1"/>
            <a:r>
              <a:rPr lang="de-DE" dirty="0"/>
              <a:t>Forscher</a:t>
            </a:r>
          </a:p>
          <a:p>
            <a:pPr lvl="1"/>
            <a:r>
              <a:rPr lang="de-DE" dirty="0"/>
              <a:t>Probleme</a:t>
            </a:r>
          </a:p>
          <a:p>
            <a:r>
              <a:rPr lang="de-DE" dirty="0"/>
              <a:t>Erste Problemlösungsideen</a:t>
            </a:r>
          </a:p>
          <a:p>
            <a:r>
              <a:rPr lang="de-DE" dirty="0"/>
              <a:t>Entwicklung des PCMs</a:t>
            </a:r>
          </a:p>
          <a:p>
            <a:r>
              <a:rPr lang="de-DE" dirty="0">
                <a:solidFill>
                  <a:srgbClr val="FF0000"/>
                </a:solidFill>
              </a:rPr>
              <a:t>Testen</a:t>
            </a:r>
          </a:p>
          <a:p>
            <a:r>
              <a:rPr lang="de-DE" dirty="0"/>
              <a:t>Verbreitung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02250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0B0E48-290A-60AD-5D92-868F697EE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tabLst>
                <a:tab pos="5743575" algn="l"/>
              </a:tabLst>
            </a:pPr>
            <a:r>
              <a:rPr lang="de-DE" dirty="0"/>
              <a:t>Einführung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009210-4229-5563-ABA5-A2EA019AC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de-DE" dirty="0"/>
              <a:t>Interpretation des Forschungsauftrags:</a:t>
            </a:r>
          </a:p>
          <a:p>
            <a:r>
              <a:rPr lang="de-DE" dirty="0"/>
              <a:t>Auf irgendeine Art auf eine Hürde/Problem kommen, die bei der Erforschung der Meere Auftritt, dann alleine Lösung finden</a:t>
            </a:r>
          </a:p>
          <a:p>
            <a:r>
              <a:rPr lang="de-DE" dirty="0"/>
              <a:t>Vorgehen: Kontaktieren von Experten, Auflistung von potentiellen Problemen, Identifizierung des besten Problems, Lösungsideen für die Probleme finden</a:t>
            </a:r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294320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fik 4" descr="Ein Bild, das Flüssigkeit, Wasser, Wassertropfen, Schnee enthält.&#10;&#10;KI-generierte Inhalte können fehlerhaft sein.">
            <a:extLst>
              <a:ext uri="{FF2B5EF4-FFF2-40B4-BE49-F238E27FC236}">
                <a16:creationId xmlns:a16="http://schemas.microsoft.com/office/drawing/2014/main" id="{FC76E331-935F-334B-C624-BB68101731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82" b="-1"/>
          <a:stretch/>
        </p:blipFill>
        <p:spPr>
          <a:xfrm>
            <a:off x="2522356" y="10"/>
            <a:ext cx="9669642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5CABFEF-C321-CE0A-1EE8-45EA88AE5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de-DE" sz="4000"/>
              <a:t>Unsere Lösung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3088F9-A9F4-74BD-2FD4-302B60B95C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201"/>
            <a:ext cx="3822189" cy="374276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sz="2000" dirty="0" err="1"/>
              <a:t>Latentwärmespeicher</a:t>
            </a:r>
            <a:r>
              <a:rPr lang="de-DE" sz="2000" dirty="0"/>
              <a:t> (PCM)</a:t>
            </a:r>
          </a:p>
          <a:p>
            <a:r>
              <a:rPr lang="de-DE" sz="2000" dirty="0"/>
              <a:t>Wenn man kalte Eiswürfel in Cola wirft, wird die Cola kalt. Aber was passiert mit den Eiswürfeln, wenn sie schmelzen?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de-DE" sz="1600" dirty="0"/>
              <a:t>Diese Frage wollen wir jetzt beantworten, den der </a:t>
            </a:r>
            <a:r>
              <a:rPr lang="de-DE" sz="1600" dirty="0" err="1"/>
              <a:t>Latentwärmespeicher</a:t>
            </a:r>
            <a:r>
              <a:rPr lang="de-DE" sz="1600" dirty="0"/>
              <a:t> basiert auf diesem Konzept.</a:t>
            </a:r>
          </a:p>
          <a:p>
            <a:endParaRPr lang="de-DE" sz="2000"/>
          </a:p>
          <a:p>
            <a:endParaRPr lang="de-DE" sz="2000"/>
          </a:p>
        </p:txBody>
      </p:sp>
    </p:spTree>
    <p:extLst>
      <p:ext uri="{BB962C8B-B14F-4D97-AF65-F5344CB8AC3E}">
        <p14:creationId xmlns:p14="http://schemas.microsoft.com/office/powerpoint/2010/main" val="3225756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0CA661-97ED-3FBF-3573-1A4DE39DD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Informationen durch Forscher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EB22B4A-38AC-11C8-F1AD-C11B7328BD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de-DE" sz="3600" dirty="0"/>
              <a:t>Forscher:</a:t>
            </a:r>
          </a:p>
          <a:p>
            <a:pPr lvl="1"/>
            <a:r>
              <a:rPr lang="de-DE" sz="3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Dr. </a:t>
            </a:r>
            <a:r>
              <a:rPr lang="de-DE" sz="3200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Deepsea</a:t>
            </a:r>
            <a:r>
              <a:rPr lang="de-DE" sz="3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(Joseph </a:t>
            </a:r>
            <a:r>
              <a:rPr lang="de-DE" sz="3200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Dituri</a:t>
            </a:r>
            <a:r>
              <a:rPr lang="de-DE" sz="3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), Florida</a:t>
            </a:r>
          </a:p>
          <a:p>
            <a:pPr lvl="1"/>
            <a:r>
              <a:rPr lang="de-DE" sz="3200" dirty="0">
                <a:solidFill>
                  <a:srgbClr val="00B050"/>
                </a:solidFill>
              </a:rPr>
              <a:t>Dr. Florian Huber, München</a:t>
            </a:r>
          </a:p>
          <a:p>
            <a:pPr lvl="1"/>
            <a:r>
              <a:rPr lang="de-DE" sz="3200" dirty="0"/>
              <a:t>Antje Boetius, kein Rückkontakt</a:t>
            </a:r>
          </a:p>
          <a:p>
            <a:pPr lvl="1"/>
            <a:endParaRPr lang="de-DE" sz="3200" dirty="0"/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285566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1E3AA-DBE0-F040-5D9F-B6873571E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E03374-D8D0-BB7D-DA3A-642A82279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Informationen durch Forscher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E0578A-513B-C413-D12E-4FFDE51305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de-DE" sz="3600" dirty="0"/>
              <a:t>Probleme:</a:t>
            </a:r>
          </a:p>
          <a:p>
            <a:r>
              <a:rPr lang="de-D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Navigation</a:t>
            </a:r>
          </a:p>
          <a:p>
            <a:r>
              <a:rPr lang="de-DE" dirty="0">
                <a:solidFill>
                  <a:srgbClr val="00B050"/>
                </a:solidFill>
              </a:rPr>
              <a:t>Taucherkrankheit</a:t>
            </a:r>
          </a:p>
          <a:p>
            <a:r>
              <a:rPr lang="de-DE" dirty="0">
                <a:solidFill>
                  <a:srgbClr val="00B050"/>
                </a:solidFill>
              </a:rPr>
              <a:t>Kommunikation</a:t>
            </a:r>
          </a:p>
          <a:p>
            <a:r>
              <a:rPr lang="de-DE" dirty="0">
                <a:solidFill>
                  <a:schemeClr val="accent2">
                    <a:lumMod val="75000"/>
                  </a:schemeClr>
                </a:solidFill>
              </a:rPr>
              <a:t>Sicht</a:t>
            </a:r>
          </a:p>
          <a:p>
            <a:r>
              <a:rPr lang="de-D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Greifen/feinmotorisches Arbeiten</a:t>
            </a:r>
            <a:endParaRPr lang="de-DE" dirty="0"/>
          </a:p>
          <a:p>
            <a:r>
              <a:rPr lang="de-DE" b="1" u="sng" dirty="0">
                <a:solidFill>
                  <a:schemeClr val="accent2">
                    <a:lumMod val="75000"/>
                  </a:schemeClr>
                </a:solidFill>
              </a:rPr>
              <a:t>Kälte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C508EA9-0AF5-2B19-F0CF-A07360D41E7A}"/>
              </a:ext>
            </a:extLst>
          </p:cNvPr>
          <p:cNvSpPr txBox="1"/>
          <p:nvPr/>
        </p:nvSpPr>
        <p:spPr>
          <a:xfrm>
            <a:off x="734097" y="5807631"/>
            <a:ext cx="8757633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dirty="0"/>
              <a:t>Legende für Ursprünge der Probleme: </a:t>
            </a:r>
            <a:r>
              <a:rPr lang="de-DE" dirty="0">
                <a:solidFill>
                  <a:srgbClr val="00B050"/>
                </a:solidFill>
              </a:rPr>
              <a:t>Dr. Florian Huber,</a:t>
            </a:r>
            <a:r>
              <a:rPr lang="de-DE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de-DE" dirty="0">
                <a:solidFill>
                  <a:schemeClr val="tx2">
                    <a:lumMod val="76000"/>
                    <a:lumOff val="24000"/>
                  </a:schemeClr>
                </a:solidFill>
              </a:rPr>
              <a:t>Dr. </a:t>
            </a:r>
            <a:r>
              <a:rPr lang="de-DE" dirty="0" err="1">
                <a:solidFill>
                  <a:schemeClr val="tx2">
                    <a:lumMod val="76000"/>
                    <a:lumOff val="24000"/>
                  </a:schemeClr>
                </a:solidFill>
              </a:rPr>
              <a:t>Dituri</a:t>
            </a:r>
            <a:r>
              <a:rPr lang="de-DE" dirty="0">
                <a:solidFill>
                  <a:schemeClr val="tx2">
                    <a:lumMod val="76000"/>
                    <a:lumOff val="24000"/>
                  </a:schemeClr>
                </a:solidFill>
              </a:rPr>
              <a:t>,</a:t>
            </a:r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de-DE" dirty="0">
                <a:solidFill>
                  <a:schemeClr val="accent2">
                    <a:lumMod val="75000"/>
                  </a:schemeClr>
                </a:solidFill>
              </a:rPr>
              <a:t>Beide</a:t>
            </a:r>
          </a:p>
        </p:txBody>
      </p:sp>
    </p:spTree>
    <p:extLst>
      <p:ext uri="{BB962C8B-B14F-4D97-AF65-F5344CB8AC3E}">
        <p14:creationId xmlns:p14="http://schemas.microsoft.com/office/powerpoint/2010/main" val="2862020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35B47-1290-6FAC-81D2-081C74C00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F9204D-D1F2-34F7-048D-87B9A32B9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Erste Problemlösungsideen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23874B-F40B-0893-F908-07814D67CD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Anfängliche Fokussierung auf andere Probleme</a:t>
            </a:r>
            <a:endParaRPr lang="de-DE"/>
          </a:p>
          <a:p>
            <a:pPr marL="1028700" lvl="1" indent="-342900"/>
            <a:r>
              <a:rPr lang="de-DE" dirty="0"/>
              <a:t>z. B. bionische Hand, spezielle Gläser</a:t>
            </a:r>
          </a:p>
          <a:p>
            <a:r>
              <a:rPr lang="de-DE" dirty="0"/>
              <a:t>Benutzung klassischer Heizungssysteme, ähnlich zu bekannteren Lösungen</a:t>
            </a:r>
          </a:p>
          <a:p>
            <a:pPr marL="914400" lvl="1" indent="-342900"/>
            <a:r>
              <a:rPr lang="de-DE" dirty="0"/>
              <a:t>Verwerfung der Idee da nicht besonders</a:t>
            </a:r>
          </a:p>
          <a:p>
            <a:pPr>
              <a:buFont typeface="Arial"/>
              <a:buChar char="•"/>
            </a:pPr>
            <a:r>
              <a:rPr lang="de-DE" dirty="0"/>
              <a:t>Erkennung des Potentials eines </a:t>
            </a:r>
            <a:r>
              <a:rPr lang="de-DE" dirty="0" err="1"/>
              <a:t>Latentwärmespeicher</a:t>
            </a:r>
            <a:endParaRPr lang="en-US" dirty="0" err="1"/>
          </a:p>
          <a:p>
            <a:pPr marL="914400" lvl="1" indent="-342900"/>
            <a:endParaRPr lang="de-DE" dirty="0"/>
          </a:p>
          <a:p>
            <a:pPr marL="571500" lvl="1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2560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22A50-4388-20F1-552C-C97FACA97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7CF89C-E60E-35A7-4214-E246DE2E1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Entwicklung des PCM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F42623-1CB3-957D-C282-B1841101C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457200" indent="-457200"/>
            <a:r>
              <a:rPr lang="de-DE" dirty="0"/>
              <a:t>Entdeckung: Bens YouTube Video</a:t>
            </a:r>
            <a:endParaRPr lang="de-DE"/>
          </a:p>
          <a:p>
            <a:pPr marL="457200" indent="-457200"/>
            <a:r>
              <a:rPr lang="de-DE" dirty="0"/>
              <a:t>Weitere Forschung</a:t>
            </a:r>
          </a:p>
          <a:p>
            <a:pPr marL="457200" indent="-457200"/>
            <a:r>
              <a:rPr lang="de-DE" dirty="0"/>
              <a:t>Besprechung mit Experten,</a:t>
            </a:r>
          </a:p>
          <a:p>
            <a:pPr marL="457200" indent="-457200"/>
            <a:r>
              <a:rPr lang="de-DE" dirty="0"/>
              <a:t>Kauf des Materials</a:t>
            </a:r>
          </a:p>
          <a:p>
            <a:pPr marL="457200" indent="-457200"/>
            <a:r>
              <a:rPr lang="de-DE" dirty="0"/>
              <a:t>Mehrere Testversuche, </a:t>
            </a:r>
          </a:p>
        </p:txBody>
      </p:sp>
      <p:pic>
        <p:nvPicPr>
          <p:cNvPr id="5" name="Grafik 4" descr="800 Liter PCM - Pufferspeicher, Latentwärmespeicher inklusive Isolier ...">
            <a:extLst>
              <a:ext uri="{FF2B5EF4-FFF2-40B4-BE49-F238E27FC236}">
                <a16:creationId xmlns:a16="http://schemas.microsoft.com/office/drawing/2014/main" id="{4AE6B589-C039-1615-E65F-E7BECE4A6E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0022" y="2306049"/>
            <a:ext cx="3415956" cy="3395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9689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38CD3-7B66-70CD-5EF0-BC8394D3B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2CC485-87BC-EE9B-9F25-A50F7149D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Testen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0E95A6-1296-82E5-B4A5-1DA58574A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de-DE" dirty="0"/>
              <a:t> Bild/Video von praktischer Benutzung</a:t>
            </a:r>
          </a:p>
        </p:txBody>
      </p:sp>
    </p:spTree>
    <p:extLst>
      <p:ext uri="{BB962C8B-B14F-4D97-AF65-F5344CB8AC3E}">
        <p14:creationId xmlns:p14="http://schemas.microsoft.com/office/powerpoint/2010/main" val="16253124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CAEB9-7AD5-BC80-306F-95022882A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2B447B-9A4A-6020-7017-6B6D34B9A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Verbreitung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C996C01-8FC1-2556-DF78-E6D33E9222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207652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62D6BE-E85C-01DE-A230-903991307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0030423-A95A-63A8-3BD6-BE2223E18C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2 / 3 Niklas</a:t>
            </a:r>
          </a:p>
          <a:p>
            <a:r>
              <a:rPr lang="de-DE" dirty="0"/>
              <a:t>1 / 4 Andrei</a:t>
            </a:r>
          </a:p>
          <a:p>
            <a:r>
              <a:rPr lang="de-DE" dirty="0"/>
              <a:t>5 / 6 Ferdinand</a:t>
            </a:r>
          </a:p>
          <a:p>
            <a:r>
              <a:rPr lang="de-DE" dirty="0"/>
              <a:t>7 / 8 Niko</a:t>
            </a:r>
          </a:p>
          <a:p>
            <a:r>
              <a:rPr lang="de-DE" dirty="0"/>
              <a:t>9 Leo</a:t>
            </a:r>
          </a:p>
          <a:p>
            <a:r>
              <a:rPr lang="de-DE" dirty="0"/>
              <a:t>10 Felix</a:t>
            </a:r>
          </a:p>
        </p:txBody>
      </p:sp>
    </p:spTree>
    <p:extLst>
      <p:ext uri="{BB962C8B-B14F-4D97-AF65-F5344CB8AC3E}">
        <p14:creationId xmlns:p14="http://schemas.microsoft.com/office/powerpoint/2010/main" val="32988186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122</Words>
  <Application>Microsoft Office PowerPoint</Application>
  <PresentationFormat>Breitbild</PresentationFormat>
  <Paragraphs>37</Paragraphs>
  <Slides>11</Slides>
  <Notes>0</Notes>
  <HiddenSlides>1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2" baseType="lpstr">
      <vt:lpstr>Office</vt:lpstr>
      <vt:lpstr>Forschungsauftrag</vt:lpstr>
      <vt:lpstr>Inhaltsverzeichnis</vt:lpstr>
      <vt:lpstr>Einführung</vt:lpstr>
      <vt:lpstr>Unsere Lösung</vt:lpstr>
      <vt:lpstr>Informationen durch Forscher</vt:lpstr>
      <vt:lpstr>Informationen durch Forscher</vt:lpstr>
      <vt:lpstr>Erste Problemlösungsideen</vt:lpstr>
      <vt:lpstr>Entwicklung des PCM</vt:lpstr>
      <vt:lpstr>Testen</vt:lpstr>
      <vt:lpstr>Verbreitung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Ralf Schnupp</dc:creator>
  <cp:lastModifiedBy>Ralf Schnupp</cp:lastModifiedBy>
  <cp:revision>233</cp:revision>
  <dcterms:created xsi:type="dcterms:W3CDTF">2025-02-02T14:30:43Z</dcterms:created>
  <dcterms:modified xsi:type="dcterms:W3CDTF">2025-02-04T17:24:47Z</dcterms:modified>
</cp:coreProperties>
</file>